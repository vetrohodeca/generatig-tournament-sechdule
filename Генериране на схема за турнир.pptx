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1463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683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1049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1132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14873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1458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9967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7553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148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7839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2453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13518-D3E7-47EC-890A-FA72F3B27EBD}" type="datetimeFigureOut">
              <a:rPr lang="bg-BG" smtClean="0"/>
              <a:t>4.6.2019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F3CAF-A861-4F52-A9DF-915BAB5AD0C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1380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Генериране на схема за турнир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8217" y="4999764"/>
            <a:ext cx="9144000" cy="1655762"/>
          </a:xfrm>
        </p:spPr>
        <p:txBody>
          <a:bodyPr/>
          <a:lstStyle/>
          <a:p>
            <a:r>
              <a:rPr lang="bg-BG" dirty="0" smtClean="0"/>
              <a:t>Александър </a:t>
            </a:r>
            <a:r>
              <a:rPr lang="bg-BG" dirty="0" err="1" smtClean="0"/>
              <a:t>Филисян</a:t>
            </a:r>
            <a:r>
              <a:rPr lang="bg-BG" dirty="0" smtClean="0"/>
              <a:t> 1 курс информатика</a:t>
            </a:r>
            <a:r>
              <a:rPr lang="en-US" dirty="0" smtClean="0"/>
              <a:t>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8418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2062"/>
            <a:ext cx="11813177" cy="1325563"/>
          </a:xfrm>
        </p:spPr>
        <p:txBody>
          <a:bodyPr/>
          <a:lstStyle/>
          <a:p>
            <a:r>
              <a:rPr lang="en-US" dirty="0" smtClean="0"/>
              <a:t>	</a:t>
            </a:r>
            <a:r>
              <a:rPr lang="bg-BG" dirty="0" smtClean="0"/>
              <a:t>Използвани принципи и шаблони за дизайн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При разработката на проекта, основен приоритет е било спазването на качествения код, съобразен с ООП парадигмите</a:t>
            </a:r>
          </a:p>
          <a:p>
            <a:r>
              <a:rPr lang="bg-BG" dirty="0" smtClean="0"/>
              <a:t>Файловете са разделяни по класове, като всеки има </a:t>
            </a:r>
            <a:r>
              <a:rPr lang="bg-BG" dirty="0" err="1" smtClean="0"/>
              <a:t>хедър</a:t>
            </a:r>
            <a:r>
              <a:rPr lang="bg-BG" dirty="0" smtClean="0"/>
              <a:t> и </a:t>
            </a:r>
            <a:r>
              <a:rPr lang="bg-BG" dirty="0" err="1" smtClean="0"/>
              <a:t>цпп</a:t>
            </a:r>
            <a:r>
              <a:rPr lang="bg-BG" smtClean="0"/>
              <a:t> част.</a:t>
            </a:r>
            <a:endParaRPr lang="bg-BG" dirty="0" smtClean="0"/>
          </a:p>
          <a:p>
            <a:r>
              <a:rPr lang="bg-BG" dirty="0" smtClean="0"/>
              <a:t>Използвани са два дизайн </a:t>
            </a:r>
            <a:r>
              <a:rPr lang="bg-BG" dirty="0" err="1" smtClean="0"/>
              <a:t>патерна</a:t>
            </a:r>
            <a:r>
              <a:rPr lang="bg-BG" dirty="0" smtClean="0"/>
              <a:t>:</a:t>
            </a:r>
          </a:p>
          <a:p>
            <a:r>
              <a:rPr lang="bg-BG" dirty="0" smtClean="0"/>
              <a:t>Композиция </a:t>
            </a:r>
          </a:p>
          <a:p>
            <a:r>
              <a:rPr lang="bg-BG" dirty="0" smtClean="0"/>
              <a:t>Фабрика за обекти, която да връща типа на наследявания клас по въведен параметър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5093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err="1" smtClean="0"/>
              <a:t>Елиминации</a:t>
            </a:r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616" y="1690688"/>
            <a:ext cx="4021183" cy="4942704"/>
          </a:xfrm>
        </p:spPr>
      </p:pic>
    </p:spTree>
    <p:extLst>
      <p:ext uri="{BB962C8B-B14F-4D97-AF65-F5344CB8AC3E}">
        <p14:creationId xmlns:p14="http://schemas.microsoft.com/office/powerpoint/2010/main" val="221905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/>
              <a:t>Всеки срещу всеки</a:t>
            </a:r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838" y="2353239"/>
            <a:ext cx="5182323" cy="3296110"/>
          </a:xfrm>
        </p:spPr>
      </p:pic>
    </p:spTree>
    <p:extLst>
      <p:ext uri="{BB962C8B-B14F-4D97-AF65-F5344CB8AC3E}">
        <p14:creationId xmlns:p14="http://schemas.microsoft.com/office/powerpoint/2010/main" val="305893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902" y="338999"/>
            <a:ext cx="10515600" cy="1325563"/>
          </a:xfrm>
        </p:spPr>
        <p:txBody>
          <a:bodyPr/>
          <a:lstStyle/>
          <a:p>
            <a:r>
              <a:rPr lang="bg-BG" dirty="0" smtClean="0"/>
              <a:t>Основни предимства на проекта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4813"/>
            <a:ext cx="10515600" cy="4351338"/>
          </a:xfrm>
        </p:spPr>
        <p:txBody>
          <a:bodyPr/>
          <a:lstStyle/>
          <a:p>
            <a:r>
              <a:rPr lang="bg-BG" dirty="0" smtClean="0"/>
              <a:t>При схемата всеки срещу всеки има възможност да бъде добавено време между срещите, в случай че спортистите се изморят.</a:t>
            </a:r>
          </a:p>
          <a:p>
            <a:r>
              <a:rPr lang="bg-BG" dirty="0" smtClean="0"/>
              <a:t>Валидация на отборите при схема на </a:t>
            </a:r>
            <a:r>
              <a:rPr lang="bg-BG" dirty="0" err="1" smtClean="0"/>
              <a:t>елиминации</a:t>
            </a:r>
            <a:r>
              <a:rPr lang="bg-BG" dirty="0" smtClean="0"/>
              <a:t>- проверява се дали числото е степен на двойката, за да може дървото да е балансирано.</a:t>
            </a:r>
            <a:endParaRPr lang="bg-BG" dirty="0"/>
          </a:p>
          <a:p>
            <a:r>
              <a:rPr lang="bg-BG" dirty="0" smtClean="0"/>
              <a:t>Схемата е изработена по имена на мачовете, защото в противен случай ние трябва да въвеждаме всички отбори и да избираме за всеки един мач победител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3335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53</TotalTime>
  <Words>142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Генериране на схема за турнир</vt:lpstr>
      <vt:lpstr> Използвани принципи и шаблони за дизайн</vt:lpstr>
      <vt:lpstr>Елиминации</vt:lpstr>
      <vt:lpstr>Всеки срещу всеки</vt:lpstr>
      <vt:lpstr>Основни предимства на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Генериране на схема за турнир</dc:title>
  <dc:creator>Alex Filisyan</dc:creator>
  <cp:lastModifiedBy>Alex Filisyan</cp:lastModifiedBy>
  <cp:revision>4</cp:revision>
  <dcterms:created xsi:type="dcterms:W3CDTF">2019-06-03T06:40:49Z</dcterms:created>
  <dcterms:modified xsi:type="dcterms:W3CDTF">2019-06-04T20:43:03Z</dcterms:modified>
</cp:coreProperties>
</file>